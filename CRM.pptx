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64" r:id="rId4"/>
    <p:sldId id="265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5A782-3692-4227-A45C-6D8F829AA346}" v="2" dt="2026-07-31T12:00:40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8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reenbanu W" userId="3c44ba2922da5888" providerId="LiveId" clId="{8095ADBB-4F75-4978-B1F1-AAAE6623DF60}"/>
    <pc:docChg chg="custSel modSld">
      <pc:chgData name="Amreenbanu W" userId="3c44ba2922da5888" providerId="LiveId" clId="{8095ADBB-4F75-4978-B1F1-AAAE6623DF60}" dt="2026-07-31T12:00:46.616" v="52" actId="115"/>
      <pc:docMkLst>
        <pc:docMk/>
      </pc:docMkLst>
      <pc:sldChg chg="addSp modSp mod">
        <pc:chgData name="Amreenbanu W" userId="3c44ba2922da5888" providerId="LiveId" clId="{8095ADBB-4F75-4978-B1F1-AAAE6623DF60}" dt="2026-07-31T12:00:46.616" v="52" actId="115"/>
        <pc:sldMkLst>
          <pc:docMk/>
          <pc:sldMk cId="2996410590" sldId="256"/>
        </pc:sldMkLst>
        <pc:spChg chg="mod">
          <ac:chgData name="Amreenbanu W" userId="3c44ba2922da5888" providerId="LiveId" clId="{8095ADBB-4F75-4978-B1F1-AAAE6623DF60}" dt="2026-07-31T11:59:13.668" v="0" actId="20577"/>
          <ac:spMkLst>
            <pc:docMk/>
            <pc:sldMk cId="2996410590" sldId="256"/>
            <ac:spMk id="2" creationId="{8751C1FC-0100-461A-E7B2-9984F3E4A444}"/>
          </ac:spMkLst>
        </pc:spChg>
        <pc:spChg chg="add mod">
          <ac:chgData name="Amreenbanu W" userId="3c44ba2922da5888" providerId="LiveId" clId="{8095ADBB-4F75-4978-B1F1-AAAE6623DF60}" dt="2026-07-31T12:00:46.616" v="52" actId="115"/>
          <ac:spMkLst>
            <pc:docMk/>
            <pc:sldMk cId="2996410590" sldId="256"/>
            <ac:spMk id="4" creationId="{DDC03E09-B1D6-F249-5336-4E546CE1604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1C1FC-0100-461A-E7B2-9984F3E4A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3864" y="2423652"/>
            <a:ext cx="8689976" cy="2010695"/>
          </a:xfrm>
        </p:spPr>
        <p:txBody>
          <a:bodyPr>
            <a:normAutofit fontScale="90000"/>
          </a:bodyPr>
          <a:lstStyle/>
          <a:p>
            <a:br>
              <a:rPr lang="en-IN" sz="5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5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SKP ENGINEERING COLLEGE</a:t>
            </a:r>
            <a:br>
              <a:rPr lang="en-IN" dirty="0"/>
            </a:br>
            <a:r>
              <a:rPr lang="en-IN" dirty="0"/>
              <a:t>	</a:t>
            </a:r>
            <a:br>
              <a:rPr lang="en-IN" dirty="0"/>
            </a:b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CUSTOMER RELATIONSHIP MODEL</a:t>
            </a:r>
            <a:br>
              <a:rPr lang="en-IN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(CRM)</a:t>
            </a:r>
            <a:br>
              <a:rPr lang="en-IN" b="1" dirty="0">
                <a:solidFill>
                  <a:schemeClr val="accent6">
                    <a:lumMod val="50000"/>
                  </a:schemeClr>
                </a:solidFill>
              </a:rPr>
            </a:b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05A4A3-F4AE-81FB-D4ED-ED6DD758D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742329" y="4205279"/>
            <a:ext cx="10185350" cy="309716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002060"/>
                </a:solidFill>
                <a:latin typeface="Californian FB" panose="0207040306080B030204" pitchFamily="18" charset="0"/>
              </a:rPr>
              <a:t>      TEAM NAME : </a:t>
            </a:r>
            <a:r>
              <a:rPr lang="en-IN" sz="2000" dirty="0">
                <a:solidFill>
                  <a:srgbClr val="00206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TECH-QUEENS</a:t>
            </a:r>
          </a:p>
          <a:p>
            <a:r>
              <a:rPr lang="en-IN" sz="2000" dirty="0">
                <a:solidFill>
                  <a:srgbClr val="002060"/>
                </a:solidFill>
                <a:latin typeface="Californian FB" panose="0207040306080B030204" pitchFamily="18" charset="0"/>
              </a:rPr>
              <a:t>TEAM MEMBERS</a:t>
            </a:r>
            <a:r>
              <a:rPr lang="en-IN" sz="1800" dirty="0">
                <a:solidFill>
                  <a:srgbClr val="002060"/>
                </a:solidFill>
                <a:latin typeface="Californian FB" panose="0207040306080B030204" pitchFamily="18" charset="0"/>
              </a:rPr>
              <a:t>: GOPIKA S</a:t>
            </a:r>
          </a:p>
          <a:p>
            <a:r>
              <a:rPr lang="en-IN" sz="1800" dirty="0">
                <a:solidFill>
                  <a:srgbClr val="002060"/>
                </a:solidFill>
                <a:latin typeface="Californian FB" panose="0207040306080B030204" pitchFamily="18" charset="0"/>
              </a:rPr>
              <a:t>                  		                      AMREEN BANU W</a:t>
            </a:r>
          </a:p>
          <a:p>
            <a:r>
              <a:rPr lang="en-IN" sz="1800" dirty="0">
                <a:solidFill>
                  <a:srgbClr val="002060"/>
                </a:solidFill>
                <a:latin typeface="Californian FB" panose="0207040306080B030204" pitchFamily="18" charset="0"/>
              </a:rPr>
              <a:t>		           ARCHANA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C03E09-B1D6-F249-5336-4E546CE16048}"/>
              </a:ext>
            </a:extLst>
          </p:cNvPr>
          <p:cNvSpPr txBox="1"/>
          <p:nvPr/>
        </p:nvSpPr>
        <p:spPr>
          <a:xfrm>
            <a:off x="7443021" y="442452"/>
            <a:ext cx="5299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WOLF HACKATHON 2.0</a:t>
            </a:r>
          </a:p>
        </p:txBody>
      </p:sp>
    </p:spTree>
    <p:extLst>
      <p:ext uri="{BB962C8B-B14F-4D97-AF65-F5344CB8AC3E}">
        <p14:creationId xmlns:p14="http://schemas.microsoft.com/office/powerpoint/2010/main" val="299641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1498D-F080-9F1E-1D43-3EFAA7704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-471947"/>
            <a:ext cx="10364451" cy="2615379"/>
          </a:xfrm>
        </p:spPr>
        <p:txBody>
          <a:bodyPr>
            <a:normAutofit/>
          </a:bodyPr>
          <a:lstStyle/>
          <a:p>
            <a:r>
              <a:rPr lang="en-IN" sz="4800" b="1" dirty="0"/>
              <a:t>Working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D7D9A-6E3F-44B0-F03D-6BF3E9A43B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610008"/>
            <a:ext cx="10363826" cy="3424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IN" sz="4800" b="1" cap="none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Franklin Gothic Medium" panose="020B0603020102020204" pitchFamily="34" charset="0"/>
              </a:rPr>
              <a:t>CUSTOMER </a:t>
            </a:r>
            <a:r>
              <a:rPr lang="en-IN" sz="4800" b="1" cap="none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Franklin Gothic Medium" panose="020B0603020102020204" pitchFamily="34" charset="0"/>
                <a:sym typeface="Wingdings" panose="05000000000000000000" pitchFamily="2" charset="2"/>
              </a:rPr>
              <a:t> TICKETS  AGENTS  PRIORITY  SLA  RESPONSE  RESOLVE  CSAT  DASHBOARD</a:t>
            </a:r>
            <a:endParaRPr lang="en-IN" sz="4800" b="1" cap="none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Franklin Gothic Medium" panose="020B06030201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3497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151A8-9F16-6DC0-1C0E-879419EF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63ECA-4EA3-316E-705C-3A86E23F67B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CRM Support Desk Platform helps organizations manage customer support requests efficiently.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Customers can create tickets linked to their accounts and assign them to support agents.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system manages priority, SLA timers, canned responses, and ticket escalation.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After resolving issues, customers can provide feedback through CSAT surveys.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 dashboard helps managers monitor tickets, agent workload, SLA performance, and customer satisfaction.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8220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634D4-9136-0FF4-3A06-A004F73AE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PURPOSE OF ABSTRACTION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BB1D9-AAED-DFBE-5A74-963CE835DF5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The purpose of this CRM Support Desk Platform is to manage customer complaints and support requests in an organized way.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It helps support agents respond and resolve issues quickly, tracks SLA deadlines, collects customer satisfaction feedback, and allows managers to monitor overall support performance through a dashboard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8431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A0B72-C77D-05DA-8B74-160F35A9F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15652" y="186814"/>
            <a:ext cx="13115379" cy="1907458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lgerian" panose="04020705040A02060702" pitchFamily="82" charset="0"/>
              </a:rPr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E62146-86C9-9A73-4C3A-C2D54E26A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09" y="1878421"/>
            <a:ext cx="4143375" cy="374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66427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{5AA0C469-9C39-47AB-B9EC-00CD976B4CC9}TF62d0d592-7ac2-4846-a919-75806e8bead47c13978d-7a72a11451b2</Template>
  <TotalTime>116</TotalTime>
  <Words>190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Algerian</vt:lpstr>
      <vt:lpstr>Arial</vt:lpstr>
      <vt:lpstr>Californian FB</vt:lpstr>
      <vt:lpstr>Cascadia Mono SemiBold</vt:lpstr>
      <vt:lpstr>Franklin Gothic Medium</vt:lpstr>
      <vt:lpstr>Tw Cen MT</vt:lpstr>
      <vt:lpstr>Wingdings</vt:lpstr>
      <vt:lpstr>Droplet</vt:lpstr>
      <vt:lpstr> SKP ENGINEERING COLLEGE   CUSTOMER RELATIONSHIP MODEL (CRM) </vt:lpstr>
      <vt:lpstr>Working flow</vt:lpstr>
      <vt:lpstr>ABSTRACTION</vt:lpstr>
      <vt:lpstr>PURPOSE OF ABSTRACTION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Amreenbanu W</dc:creator>
  <cp:lastModifiedBy>Amreenbanu W</cp:lastModifiedBy>
  <cp:revision>1</cp:revision>
  <dcterms:created xsi:type="dcterms:W3CDTF">2026-07-31T09:50:01Z</dcterms:created>
  <dcterms:modified xsi:type="dcterms:W3CDTF">2026-07-31T12:00:54Z</dcterms:modified>
</cp:coreProperties>
</file>